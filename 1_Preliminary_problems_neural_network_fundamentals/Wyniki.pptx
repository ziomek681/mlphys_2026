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261126D-46FA-3E9F-4E7E-82A9DD7D4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B6DADA3-C04C-B5A9-1C20-49199BAAF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DCE62C3-4F1F-2ECA-380F-3065012E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258C-35D2-4754-A398-27E3BF1CF70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D3AB24C-579F-76E5-C5D1-5452C6924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8569510-1E81-FEEB-EECB-9C2B57635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F4E9F-5C0F-4EA5-A7C3-19B336C76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810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C5A8B6A-0D7B-2624-EAD3-14B8C5D08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677CB88-5727-7AC9-34B0-52F4C3293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20A58D-9B9F-6D4B-4289-363E2AC33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258C-35D2-4754-A398-27E3BF1CF70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0BF4742-9CCD-F9A3-1EB9-B6FCFFA0C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542A779-0D89-3BB2-10B5-BFB9C61E0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F4E9F-5C0F-4EA5-A7C3-19B336C76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65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49B9C87-0A4A-2221-911E-AC1672DF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17A6DEC-A719-0266-2D56-11A9B5B07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6D5C5D8-A3F8-0710-45C7-B8912F5E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258C-35D2-4754-A398-27E3BF1CF70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55CDB37-7205-459B-E049-DC9D4C02D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13D6874-231E-F0E9-743F-0D41665E5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F4E9F-5C0F-4EA5-A7C3-19B336C76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40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6C9157A-00A1-0C9D-1119-40557C4C2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6535267-2CD2-F604-86EC-D98D7BB821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AA571D7F-F52B-836F-55FE-4C7814AE5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13724415-02B1-BDC8-230D-3CB9DF4F5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258C-35D2-4754-A398-27E3BF1CF70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B8DEB61-14F4-5E14-3022-6DF1CF6C5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8A372B2-C867-1ADB-1C93-43500AFFE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F4E9F-5C0F-4EA5-A7C3-19B336C76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4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2EB3327-E2DA-7C58-3AAF-FBF079034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72E500E-D01E-A866-944D-C23A9530B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55054376-72EC-510F-DAD0-C6506094E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0459FB9E-9CC0-59FF-201E-DE192541FF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8F9DAE70-66EC-EB29-52AC-F2013BCAD0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BE8457E5-97E5-6E87-4FCA-F31306FCF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258C-35D2-4754-A398-27E3BF1CF70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017720AD-EE0A-F623-6B89-DB549D412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AEF4F9B-BAFD-DCD0-0A7C-A7D475C9E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F4E9F-5C0F-4EA5-A7C3-19B336C76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524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92F453-CF33-F8AC-887A-FAF3A8592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4521D51C-A08B-ACE8-5854-56293FB78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258C-35D2-4754-A398-27E3BF1CF70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F1A33783-7FF0-8B68-F765-C8A588D1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FC37D19B-0B4B-CB5B-8A25-15777CC82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F4E9F-5C0F-4EA5-A7C3-19B336C76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174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3BE0C647-8F97-3CBA-B796-53D4A1ED8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258C-35D2-4754-A398-27E3BF1CF70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B17F2AE1-3B4A-2258-8257-B8E4596C8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7C00929-0383-8E4C-C343-7DAFA7480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F4E9F-5C0F-4EA5-A7C3-19B336C76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665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647961-1CEE-0142-87DB-76A607914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88A5FEC-6306-643C-0122-A96FAD99E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4D0164F8-74F3-DD74-CF5F-DBCDDFE9DD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E004E9C-9F08-B7B7-AB01-7E4996C91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258C-35D2-4754-A398-27E3BF1CF70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369FA3A-C9C2-E06C-081B-CD6D90FE5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F3EA991-0E22-3D85-CEBB-D8316C1BA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F4E9F-5C0F-4EA5-A7C3-19B336C76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59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98CB410-73AA-D909-5FA9-9401E86F6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058CF9F-2587-47CE-7EC5-2A77AB71615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865C2269-F454-D5D2-F3A2-121CAE4A6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A0B6F79-A5D8-8649-2A50-267AED5DD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258C-35D2-4754-A398-27E3BF1CF70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4D0D298-0308-0A05-A1C4-4C20D7675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91E4EB0B-7C3C-94E9-A94F-10352944D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F4E9F-5C0F-4EA5-A7C3-19B336C76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98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2846284-A5C0-7136-CB56-659381C72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009AD621-2B78-8387-A56A-8874CEE56E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9A5591-3292-3200-02C2-C6300BCF3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258C-35D2-4754-A398-27E3BF1CF70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3198D79-74EC-0121-A45B-A4CBDAC1E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00C2E5D-6EE8-4F90-6CC4-2FD983294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F4E9F-5C0F-4EA5-A7C3-19B336C76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634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8847A23-8081-834B-DC84-1B3E5DFDD3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9E465FED-5087-416A-3ECB-16FFD1E9B8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E707A10-C134-37A2-3E56-508DBDB0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258C-35D2-4754-A398-27E3BF1CF70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BE63E1A-C81A-F6C5-A2B3-20F795038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6626AFE-2678-7749-4D31-1BC39337D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F4E9F-5C0F-4EA5-A7C3-19B336C76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57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46C9832E-A011-D228-6941-3F81C2B1D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AF6F989-5AD9-26E6-468B-B77330BA5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CAD90FC-B7C1-DE8D-75B5-D6C795D49E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41258C-35D2-4754-A398-27E3BF1CF70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E985A03-FC09-C6BA-8DF3-EF6958EF9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430E277-3806-3C1D-7934-1356113720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2F4E9F-5C0F-4EA5-A7C3-19B336C76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123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207E3-6DE2-5E3B-C39C-3AB937DFB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228E790-6BA6-68C4-806D-ABEFFBFCF0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pl-PL" dirty="0"/>
            </a:br>
            <a:r>
              <a:rPr lang="pl-PL" dirty="0"/>
              <a:t>Ex0</a:t>
            </a:r>
            <a:br>
              <a:rPr lang="pl-PL" dirty="0"/>
            </a:br>
            <a:r>
              <a:rPr lang="pl-PL" dirty="0"/>
              <a:t>XOR</a:t>
            </a:r>
            <a:endParaRPr lang="en-US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C5E4A92-F6A8-FB25-9F2B-591A13605F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640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072F7CF-677C-8ACA-BEA6-0B52D8F771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pl-PL" dirty="0"/>
            </a:br>
            <a:r>
              <a:rPr lang="pl-PL" dirty="0"/>
              <a:t>Ex1</a:t>
            </a:r>
            <a:br>
              <a:rPr lang="pl-PL" dirty="0"/>
            </a:br>
            <a:r>
              <a:rPr lang="pl-PL" dirty="0" err="1"/>
              <a:t>Adding</a:t>
            </a:r>
            <a:r>
              <a:rPr lang="pl-PL" dirty="0"/>
              <a:t>, </a:t>
            </a:r>
            <a:r>
              <a:rPr lang="pl-PL" dirty="0" err="1"/>
              <a:t>multiplication</a:t>
            </a:r>
            <a:endParaRPr lang="en-US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5D8843C-0481-038C-273A-038D4E3AB4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394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4E350CA-E78B-A40E-CFEB-C7AB5AB0A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Adding</a:t>
            </a:r>
            <a:r>
              <a:rPr lang="pl-PL" dirty="0"/>
              <a:t> </a:t>
            </a:r>
            <a:r>
              <a:rPr lang="pl-PL" dirty="0" err="1"/>
              <a:t>numbers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924DD97-8099-F21E-7831-5B0564811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latinLnBrk="1">
              <a:buNone/>
            </a:pPr>
            <a:r>
              <a:rPr lang="pl-PL" dirty="0"/>
              <a:t>Input vs GT </a:t>
            </a:r>
            <a:r>
              <a:rPr lang="pl-PL" dirty="0" err="1"/>
              <a:t>output</a:t>
            </a:r>
            <a:r>
              <a:rPr lang="pl-PL" dirty="0"/>
              <a:t> vs NN </a:t>
            </a:r>
            <a:r>
              <a:rPr lang="pl-PL" dirty="0" err="1"/>
              <a:t>output</a:t>
            </a:r>
            <a:r>
              <a:rPr lang="pl-PL" dirty="0"/>
              <a:t> </a:t>
            </a:r>
            <a:r>
              <a:rPr lang="pl-PL" dirty="0" err="1"/>
              <a:t>example</a:t>
            </a:r>
            <a:r>
              <a:rPr lang="pl-PL" dirty="0"/>
              <a:t>:</a:t>
            </a:r>
          </a:p>
          <a:p>
            <a:pPr marL="0" indent="0" latinLnBrk="1">
              <a:buNone/>
            </a:pPr>
            <a:r>
              <a:rPr lang="pl-PL" dirty="0"/>
              <a:t>X1:      [0, 0, 0]</a:t>
            </a:r>
          </a:p>
          <a:p>
            <a:pPr marL="0" indent="0" latinLnBrk="1">
              <a:buNone/>
            </a:pPr>
            <a:r>
              <a:rPr lang="pl-PL" dirty="0"/>
              <a:t>X2:      [1, 0, 0]</a:t>
            </a:r>
          </a:p>
          <a:p>
            <a:pPr marL="0" indent="0" latinLnBrk="1">
              <a:buNone/>
            </a:pPr>
            <a:r>
              <a:rPr lang="pl-PL" dirty="0"/>
              <a:t>Y:       [0, 1, 0, 0]</a:t>
            </a:r>
          </a:p>
          <a:p>
            <a:pPr marL="0" indent="0" latinLnBrk="1">
              <a:buNone/>
            </a:pPr>
            <a:r>
              <a:rPr lang="pl-PL" dirty="0" err="1"/>
              <a:t>Y_pred</a:t>
            </a:r>
            <a:r>
              <a:rPr lang="pl-PL" dirty="0"/>
              <a:t>:  ['0.00', '0.99', '0.00', '0.10']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710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B1E09-694A-9626-496E-AC2B0AC0A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AC9EA85-5309-7F46-254B-D8DCF60BC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Adding</a:t>
            </a:r>
            <a:r>
              <a:rPr lang="pl-PL" dirty="0"/>
              <a:t> </a:t>
            </a:r>
            <a:r>
              <a:rPr lang="pl-PL" dirty="0" err="1"/>
              <a:t>numbers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8CFB63B-DFB5-28B7-6D71-9C2D6A1BE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atinLnBrk="1">
              <a:buNone/>
            </a:pPr>
            <a:r>
              <a:rPr lang="pl-PL" dirty="0" err="1"/>
              <a:t>Dataset</a:t>
            </a:r>
            <a:r>
              <a:rPr lang="pl-PL" dirty="0"/>
              <a:t> </a:t>
            </a:r>
            <a:r>
              <a:rPr lang="pl-PL" dirty="0" err="1"/>
              <a:t>generation</a:t>
            </a:r>
            <a:r>
              <a:rPr lang="pl-PL" dirty="0"/>
              <a:t>:</a:t>
            </a:r>
          </a:p>
          <a:p>
            <a:pPr marL="0" indent="0" latinLnBrk="1">
              <a:buNone/>
            </a:pPr>
            <a:endParaRPr lang="pl-PL" dirty="0"/>
          </a:p>
          <a:p>
            <a:pPr marL="0" indent="0" latinLnBrk="1">
              <a:buNone/>
            </a:pPr>
            <a:r>
              <a:rPr lang="pl-PL" dirty="0" err="1"/>
              <a:t>Traning</a:t>
            </a:r>
            <a:r>
              <a:rPr lang="pl-PL" dirty="0"/>
              <a:t> </a:t>
            </a:r>
            <a:r>
              <a:rPr lang="pl-PL" dirty="0" err="1"/>
              <a:t>dataset</a:t>
            </a:r>
            <a:r>
              <a:rPr lang="pl-PL" dirty="0"/>
              <a:t> – </a:t>
            </a:r>
            <a:r>
              <a:rPr lang="pl-PL" dirty="0" err="1"/>
              <a:t>all</a:t>
            </a:r>
            <a:r>
              <a:rPr lang="pl-PL" dirty="0"/>
              <a:t> „m” bit </a:t>
            </a:r>
            <a:r>
              <a:rPr lang="pl-PL" dirty="0" err="1"/>
              <a:t>number</a:t>
            </a:r>
            <a:r>
              <a:rPr lang="pl-PL" dirty="0"/>
              <a:t> </a:t>
            </a:r>
            <a:r>
              <a:rPr lang="pl-PL" dirty="0" err="1"/>
              <a:t>pairs</a:t>
            </a:r>
            <a:r>
              <a:rPr lang="pl-PL" dirty="0"/>
              <a:t> </a:t>
            </a:r>
            <a:r>
              <a:rPr lang="pl-PL" dirty="0" err="1"/>
              <a:t>generation</a:t>
            </a:r>
            <a:endParaRPr lang="pl-PL" dirty="0"/>
          </a:p>
          <a:p>
            <a:pPr marL="0" indent="0" latinLnBrk="1">
              <a:buNone/>
            </a:pPr>
            <a:r>
              <a:rPr lang="pl-PL" dirty="0"/>
              <a:t>Test </a:t>
            </a:r>
            <a:r>
              <a:rPr lang="pl-PL" dirty="0" err="1"/>
              <a:t>dataset</a:t>
            </a:r>
            <a:r>
              <a:rPr lang="pl-PL" dirty="0"/>
              <a:t> – </a:t>
            </a:r>
            <a:r>
              <a:rPr lang="pl-PL" dirty="0" err="1"/>
              <a:t>all</a:t>
            </a:r>
            <a:r>
              <a:rPr lang="pl-PL" dirty="0"/>
              <a:t> „n” (n&gt;m) </a:t>
            </a:r>
            <a:r>
              <a:rPr lang="pl-PL" dirty="0" err="1"/>
              <a:t>without</a:t>
            </a:r>
            <a:r>
              <a:rPr lang="pl-PL" dirty="0"/>
              <a:t> </a:t>
            </a:r>
            <a:r>
              <a:rPr lang="pl-PL" dirty="0" err="1"/>
              <a:t>numbers</a:t>
            </a:r>
            <a:r>
              <a:rPr lang="pl-PL" dirty="0"/>
              <a:t> in </a:t>
            </a:r>
            <a:r>
              <a:rPr lang="pl-PL" dirty="0" err="1"/>
              <a:t>train</a:t>
            </a:r>
            <a:r>
              <a:rPr lang="pl-PL" dirty="0"/>
              <a:t> ds.</a:t>
            </a:r>
          </a:p>
          <a:p>
            <a:pPr marL="0" indent="0" latinLnBrk="1">
              <a:buNone/>
            </a:pPr>
            <a:r>
              <a:rPr lang="pl-PL" dirty="0" err="1"/>
              <a:t>Additional</a:t>
            </a:r>
            <a:r>
              <a:rPr lang="pl-PL" dirty="0"/>
              <a:t> part „k” of test </a:t>
            </a:r>
            <a:r>
              <a:rPr lang="pl-PL" dirty="0" err="1"/>
              <a:t>ds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moved</a:t>
            </a:r>
            <a:r>
              <a:rPr lang="pl-PL" dirty="0"/>
              <a:t> to </a:t>
            </a:r>
            <a:r>
              <a:rPr lang="pl-PL" dirty="0" err="1"/>
              <a:t>train</a:t>
            </a:r>
            <a:r>
              <a:rPr lang="pl-PL" dirty="0"/>
              <a:t> ds. (network </a:t>
            </a:r>
            <a:r>
              <a:rPr lang="pl-PL" dirty="0" err="1"/>
              <a:t>have</a:t>
            </a:r>
            <a:r>
              <a:rPr lang="pl-PL" dirty="0"/>
              <a:t> to </a:t>
            </a:r>
            <a:r>
              <a:rPr lang="pl-PL" dirty="0" err="1"/>
              <a:t>know</a:t>
            </a:r>
            <a:r>
              <a:rPr lang="pl-PL" dirty="0"/>
              <a:t> </a:t>
            </a:r>
            <a:r>
              <a:rPr lang="pl-PL" dirty="0" err="1"/>
              <a:t>what</a:t>
            </a:r>
            <a:r>
              <a:rPr lang="pl-PL" dirty="0"/>
              <a:t> </a:t>
            </a:r>
            <a:r>
              <a:rPr lang="pl-PL" dirty="0" err="1"/>
              <a:t>all</a:t>
            </a:r>
            <a:r>
              <a:rPr lang="pl-PL" dirty="0"/>
              <a:t> </a:t>
            </a:r>
            <a:r>
              <a:rPr lang="pl-PL" dirty="0" err="1"/>
              <a:t>inputs</a:t>
            </a:r>
            <a:r>
              <a:rPr lang="pl-PL" dirty="0"/>
              <a:t>/</a:t>
            </a:r>
            <a:r>
              <a:rPr lang="pl-PL" dirty="0" err="1"/>
              <a:t>outputs</a:t>
            </a:r>
            <a:r>
              <a:rPr lang="pl-PL" dirty="0"/>
              <a:t> </a:t>
            </a:r>
            <a:r>
              <a:rPr lang="pl-PL" dirty="0" err="1"/>
              <a:t>are</a:t>
            </a:r>
            <a:r>
              <a:rPr lang="pl-PL" dirty="0"/>
              <a:t> </a:t>
            </a:r>
            <a:r>
              <a:rPr lang="pl-PL" dirty="0" err="1"/>
              <a:t>doing</a:t>
            </a:r>
            <a:r>
              <a:rPr lang="pl-PL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99117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5165C-4964-3DE6-0ECA-CC6158533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EBC7E7-5D2D-1303-D418-9CC97F9CF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Adding</a:t>
            </a:r>
            <a:r>
              <a:rPr lang="pl-PL" dirty="0"/>
              <a:t> </a:t>
            </a:r>
            <a:r>
              <a:rPr lang="pl-PL" dirty="0" err="1"/>
              <a:t>numbers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B581BA3-7BC6-6A7F-3B62-0117D3433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8993" y="2353469"/>
            <a:ext cx="3354420" cy="1997301"/>
          </a:xfrm>
        </p:spPr>
        <p:txBody>
          <a:bodyPr>
            <a:normAutofit fontScale="92500" lnSpcReduction="20000"/>
          </a:bodyPr>
          <a:lstStyle/>
          <a:p>
            <a:pPr marL="0" indent="0" latinLnBrk="1">
              <a:buNone/>
            </a:pPr>
            <a:r>
              <a:rPr lang="pl-PL" dirty="0"/>
              <a:t>n = 3</a:t>
            </a:r>
          </a:p>
          <a:p>
            <a:pPr marL="0" indent="0" latinLnBrk="1">
              <a:buNone/>
            </a:pPr>
            <a:r>
              <a:rPr lang="pl-PL" dirty="0"/>
              <a:t>m = 2</a:t>
            </a:r>
          </a:p>
          <a:p>
            <a:pPr marL="0" indent="0" latinLnBrk="1">
              <a:buNone/>
            </a:pPr>
            <a:r>
              <a:rPr lang="pl-PL" dirty="0"/>
              <a:t>k = 0.8</a:t>
            </a:r>
          </a:p>
          <a:p>
            <a:pPr marL="0" indent="0" latinLnBrk="1">
              <a:buNone/>
            </a:pPr>
            <a:r>
              <a:rPr lang="pl-PL" dirty="0"/>
              <a:t>rozmiar </a:t>
            </a:r>
            <a:r>
              <a:rPr lang="pl-PL" dirty="0" err="1"/>
              <a:t>ds</a:t>
            </a:r>
            <a:r>
              <a:rPr lang="pl-PL" dirty="0"/>
              <a:t> </a:t>
            </a:r>
            <a:r>
              <a:rPr lang="pl-PL" dirty="0" err="1"/>
              <a:t>train</a:t>
            </a:r>
            <a:r>
              <a:rPr lang="pl-PL" dirty="0"/>
              <a:t> =  54 </a:t>
            </a:r>
            <a:br>
              <a:rPr lang="pl-PL" dirty="0"/>
            </a:br>
            <a:r>
              <a:rPr lang="pl-PL" dirty="0"/>
              <a:t>rozmiar </a:t>
            </a:r>
            <a:r>
              <a:rPr lang="pl-PL" dirty="0" err="1"/>
              <a:t>ds</a:t>
            </a:r>
            <a:r>
              <a:rPr lang="pl-PL" dirty="0"/>
              <a:t> test =  10</a:t>
            </a:r>
          </a:p>
          <a:p>
            <a:pPr marL="0" indent="0" latinLnBrk="1">
              <a:buNone/>
            </a:pPr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DFD90D2-F681-756C-C851-398AB455F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413" y="1027906"/>
            <a:ext cx="6792273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719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88F39-E39D-3418-7178-AD84F6EA7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5F09C81-62F6-720D-41A3-69330B21E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Adding</a:t>
            </a:r>
            <a:r>
              <a:rPr lang="pl-PL" dirty="0"/>
              <a:t> </a:t>
            </a:r>
            <a:r>
              <a:rPr lang="pl-PL" dirty="0" err="1"/>
              <a:t>numbers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A12D323-985D-B119-45B6-4ACD8EDD9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8993" y="2353469"/>
            <a:ext cx="3354420" cy="1997301"/>
          </a:xfrm>
        </p:spPr>
        <p:txBody>
          <a:bodyPr>
            <a:normAutofit fontScale="92500" lnSpcReduction="20000"/>
          </a:bodyPr>
          <a:lstStyle/>
          <a:p>
            <a:pPr marL="0" indent="0" latinLnBrk="1">
              <a:buNone/>
            </a:pPr>
            <a:r>
              <a:rPr lang="pl-PL" dirty="0"/>
              <a:t>n = 4</a:t>
            </a:r>
          </a:p>
          <a:p>
            <a:pPr marL="0" indent="0" latinLnBrk="1">
              <a:buNone/>
            </a:pPr>
            <a:r>
              <a:rPr lang="pl-PL" dirty="0"/>
              <a:t>m = 2</a:t>
            </a:r>
          </a:p>
          <a:p>
            <a:pPr marL="0" indent="0" latinLnBrk="1">
              <a:buNone/>
            </a:pPr>
            <a:r>
              <a:rPr lang="pl-PL" dirty="0"/>
              <a:t>k = 0.5</a:t>
            </a:r>
          </a:p>
          <a:p>
            <a:pPr marL="0" indent="0" latinLnBrk="1">
              <a:buNone/>
            </a:pPr>
            <a:r>
              <a:rPr lang="pl-PL" dirty="0"/>
              <a:t>rozmiar </a:t>
            </a:r>
            <a:r>
              <a:rPr lang="pl-PL" dirty="0" err="1"/>
              <a:t>ds</a:t>
            </a:r>
            <a:r>
              <a:rPr lang="pl-PL" dirty="0"/>
              <a:t> </a:t>
            </a:r>
            <a:r>
              <a:rPr lang="pl-PL" dirty="0" err="1"/>
              <a:t>train</a:t>
            </a:r>
            <a:r>
              <a:rPr lang="pl-PL" dirty="0"/>
              <a:t> =  136 </a:t>
            </a:r>
            <a:br>
              <a:rPr lang="pl-PL" dirty="0"/>
            </a:br>
            <a:r>
              <a:rPr lang="pl-PL" dirty="0"/>
              <a:t>rozmiar </a:t>
            </a:r>
            <a:r>
              <a:rPr lang="pl-PL" dirty="0" err="1"/>
              <a:t>ds</a:t>
            </a:r>
            <a:r>
              <a:rPr lang="pl-PL" dirty="0"/>
              <a:t> test =  120</a:t>
            </a:r>
          </a:p>
          <a:p>
            <a:pPr marL="0" indent="0" latinLnBrk="1">
              <a:buNone/>
            </a:pPr>
            <a:endParaRPr lang="pl-PL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A0D3DDF6-280C-D104-24D5-E93CED2C4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413" y="741904"/>
            <a:ext cx="6858957" cy="522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768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C3463-7871-F071-2913-C6B14742B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17CA7B5-4B11-2F0D-3238-F92434ED0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Adding</a:t>
            </a:r>
            <a:r>
              <a:rPr lang="pl-PL" dirty="0"/>
              <a:t> </a:t>
            </a:r>
            <a:r>
              <a:rPr lang="pl-PL" dirty="0" err="1"/>
              <a:t>numbers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4328CA4-3BF7-53BA-2F28-7C71D1E91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8993" y="2353469"/>
            <a:ext cx="3354420" cy="1997301"/>
          </a:xfrm>
        </p:spPr>
        <p:txBody>
          <a:bodyPr>
            <a:normAutofit fontScale="92500" lnSpcReduction="20000"/>
          </a:bodyPr>
          <a:lstStyle/>
          <a:p>
            <a:pPr marL="0" indent="0" latinLnBrk="1">
              <a:buNone/>
            </a:pPr>
            <a:r>
              <a:rPr lang="pl-PL" dirty="0"/>
              <a:t>n = 4</a:t>
            </a:r>
          </a:p>
          <a:p>
            <a:pPr marL="0" indent="0" latinLnBrk="1">
              <a:buNone/>
            </a:pPr>
            <a:r>
              <a:rPr lang="pl-PL" dirty="0"/>
              <a:t>m = 2</a:t>
            </a:r>
          </a:p>
          <a:p>
            <a:pPr marL="0" indent="0" latinLnBrk="1">
              <a:buNone/>
            </a:pPr>
            <a:r>
              <a:rPr lang="pl-PL" dirty="0"/>
              <a:t>k = 0.0</a:t>
            </a:r>
          </a:p>
          <a:p>
            <a:pPr marL="0" indent="0" latinLnBrk="1">
              <a:buNone/>
            </a:pPr>
            <a:r>
              <a:rPr lang="pl-PL" dirty="0"/>
              <a:t>rozmiar </a:t>
            </a:r>
            <a:r>
              <a:rPr lang="pl-PL" dirty="0" err="1"/>
              <a:t>ds</a:t>
            </a:r>
            <a:r>
              <a:rPr lang="pl-PL" dirty="0"/>
              <a:t> </a:t>
            </a:r>
            <a:r>
              <a:rPr lang="pl-PL" dirty="0" err="1"/>
              <a:t>train</a:t>
            </a:r>
            <a:r>
              <a:rPr lang="pl-PL" dirty="0"/>
              <a:t> =  16 </a:t>
            </a:r>
            <a:br>
              <a:rPr lang="pl-PL" dirty="0"/>
            </a:br>
            <a:r>
              <a:rPr lang="pl-PL" dirty="0"/>
              <a:t>rozmiar </a:t>
            </a:r>
            <a:r>
              <a:rPr lang="pl-PL" dirty="0" err="1"/>
              <a:t>ds</a:t>
            </a:r>
            <a:r>
              <a:rPr lang="pl-PL" dirty="0"/>
              <a:t> test =  240</a:t>
            </a:r>
          </a:p>
          <a:p>
            <a:pPr marL="0" indent="0" latinLnBrk="1">
              <a:buNone/>
            </a:pPr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FCC9F76-0A59-6ED4-7143-2CCBFD7E9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885" y="492405"/>
            <a:ext cx="6916115" cy="5172797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F47321E0-ACED-9B72-4E89-905E08EFBE24}"/>
              </a:ext>
            </a:extLst>
          </p:cNvPr>
          <p:cNvSpPr txBox="1"/>
          <p:nvPr/>
        </p:nvSpPr>
        <p:spPr>
          <a:xfrm>
            <a:off x="3262931" y="5792482"/>
            <a:ext cx="8090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err="1"/>
              <a:t>When</a:t>
            </a:r>
            <a:r>
              <a:rPr lang="pl-PL" dirty="0"/>
              <a:t> </a:t>
            </a:r>
            <a:r>
              <a:rPr lang="pl-PL" dirty="0" err="1"/>
              <a:t>loss</a:t>
            </a:r>
            <a:r>
              <a:rPr lang="pl-PL" dirty="0"/>
              <a:t> ~0.3 NN </a:t>
            </a:r>
            <a:r>
              <a:rPr lang="pl-PL" dirty="0" err="1"/>
              <a:t>misses</a:t>
            </a:r>
            <a:r>
              <a:rPr lang="pl-PL" dirty="0"/>
              <a:t> 30% of </a:t>
            </a:r>
            <a:r>
              <a:rPr lang="pl-PL" dirty="0" err="1"/>
              <a:t>bits</a:t>
            </a:r>
            <a:r>
              <a:rPr lang="pl-PL" dirty="0"/>
              <a:t>, </a:t>
            </a:r>
            <a:r>
              <a:rPr lang="pl-PL" dirty="0" err="1"/>
              <a:t>spits</a:t>
            </a:r>
            <a:r>
              <a:rPr lang="pl-PL" dirty="0"/>
              <a:t> out </a:t>
            </a:r>
            <a:r>
              <a:rPr lang="pl-PL" dirty="0" err="1"/>
              <a:t>wrong</a:t>
            </a:r>
            <a:r>
              <a:rPr lang="pl-PL" dirty="0"/>
              <a:t> </a:t>
            </a:r>
            <a:r>
              <a:rPr lang="pl-PL" dirty="0" err="1"/>
              <a:t>number</a:t>
            </a:r>
            <a:r>
              <a:rPr lang="pl-PL" dirty="0"/>
              <a:t> most of the </a:t>
            </a:r>
            <a:r>
              <a:rPr lang="pl-PL" dirty="0" err="1"/>
              <a:t>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326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67AA2-8E6E-83A1-1EC6-08F0624FD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9473D67-8D56-B978-9B32-DCC958758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Multiplication</a:t>
            </a:r>
            <a:r>
              <a:rPr lang="pl-PL" dirty="0"/>
              <a:t> by 2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A50DAC7-AD82-A6B0-4A41-131D44077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8993" y="2353469"/>
            <a:ext cx="3354420" cy="1997301"/>
          </a:xfrm>
        </p:spPr>
        <p:txBody>
          <a:bodyPr>
            <a:normAutofit fontScale="92500" lnSpcReduction="20000"/>
          </a:bodyPr>
          <a:lstStyle/>
          <a:p>
            <a:pPr marL="0" indent="0" latinLnBrk="1">
              <a:buNone/>
            </a:pPr>
            <a:r>
              <a:rPr lang="pl-PL" dirty="0"/>
              <a:t>n = 4</a:t>
            </a:r>
          </a:p>
          <a:p>
            <a:pPr marL="0" indent="0" latinLnBrk="1">
              <a:buNone/>
            </a:pPr>
            <a:r>
              <a:rPr lang="pl-PL" dirty="0"/>
              <a:t>m = 2</a:t>
            </a:r>
          </a:p>
          <a:p>
            <a:pPr marL="0" indent="0" latinLnBrk="1">
              <a:buNone/>
            </a:pPr>
            <a:r>
              <a:rPr lang="pl-PL" dirty="0"/>
              <a:t>k = 0.1</a:t>
            </a:r>
          </a:p>
          <a:p>
            <a:pPr marL="0" indent="0" latinLnBrk="1">
              <a:buNone/>
            </a:pPr>
            <a:r>
              <a:rPr lang="pl-PL" dirty="0"/>
              <a:t>rozmiar </a:t>
            </a:r>
            <a:r>
              <a:rPr lang="pl-PL" dirty="0" err="1"/>
              <a:t>ds</a:t>
            </a:r>
            <a:r>
              <a:rPr lang="pl-PL" dirty="0"/>
              <a:t> </a:t>
            </a:r>
            <a:r>
              <a:rPr lang="pl-PL" dirty="0" err="1"/>
              <a:t>train</a:t>
            </a:r>
            <a:r>
              <a:rPr lang="pl-PL" dirty="0"/>
              <a:t> =  40 </a:t>
            </a:r>
            <a:br>
              <a:rPr lang="pl-PL" dirty="0"/>
            </a:br>
            <a:r>
              <a:rPr lang="pl-PL" dirty="0"/>
              <a:t>rozmiar </a:t>
            </a:r>
            <a:r>
              <a:rPr lang="pl-PL" dirty="0" err="1"/>
              <a:t>ds</a:t>
            </a:r>
            <a:r>
              <a:rPr lang="pl-PL" dirty="0"/>
              <a:t> test =  216</a:t>
            </a:r>
          </a:p>
          <a:p>
            <a:pPr marL="0" indent="0" latinLnBrk="1">
              <a:buNone/>
            </a:pPr>
            <a:endParaRPr lang="pl-PL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981EA272-1FD3-3B94-F824-64E0DF8DCC3A}"/>
              </a:ext>
            </a:extLst>
          </p:cNvPr>
          <p:cNvSpPr txBox="1"/>
          <p:nvPr/>
        </p:nvSpPr>
        <p:spPr>
          <a:xfrm>
            <a:off x="3262931" y="5792482"/>
            <a:ext cx="7798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As </a:t>
            </a:r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just</a:t>
            </a:r>
            <a:r>
              <a:rPr lang="pl-PL" dirty="0"/>
              <a:t> </a:t>
            </a:r>
            <a:r>
              <a:rPr lang="pl-PL" dirty="0" err="1"/>
              <a:t>bitshift</a:t>
            </a:r>
            <a:r>
              <a:rPr lang="pl-PL" dirty="0"/>
              <a:t>, NN </a:t>
            </a:r>
            <a:r>
              <a:rPr lang="pl-PL" dirty="0" err="1"/>
              <a:t>easly</a:t>
            </a:r>
            <a:r>
              <a:rPr lang="pl-PL" dirty="0"/>
              <a:t> </a:t>
            </a:r>
            <a:r>
              <a:rPr lang="pl-PL" dirty="0" err="1"/>
              <a:t>generalizes</a:t>
            </a:r>
            <a:r>
              <a:rPr lang="pl-PL" dirty="0"/>
              <a:t> </a:t>
            </a:r>
            <a:r>
              <a:rPr lang="pl-PL" dirty="0" err="1"/>
              <a:t>when</a:t>
            </a:r>
            <a:r>
              <a:rPr lang="pl-PL" dirty="0"/>
              <a:t> </a:t>
            </a:r>
            <a:r>
              <a:rPr lang="pl-PL" dirty="0" err="1"/>
              <a:t>gets</a:t>
            </a:r>
            <a:r>
              <a:rPr lang="pl-PL" dirty="0"/>
              <a:t> small </a:t>
            </a:r>
            <a:r>
              <a:rPr lang="pl-PL" dirty="0" err="1"/>
              <a:t>sample</a:t>
            </a:r>
            <a:r>
              <a:rPr lang="pl-PL" dirty="0"/>
              <a:t> of test </a:t>
            </a:r>
            <a:r>
              <a:rPr lang="pl-PL" dirty="0" err="1"/>
              <a:t>ds</a:t>
            </a:r>
            <a:endParaRPr lang="en-US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739ACC54-BA27-3340-A177-0A406D054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3516" y="365125"/>
            <a:ext cx="6868484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844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E85AA-DC30-0115-C072-57FACCC5A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7861346-F33A-521D-65BE-70EC13B354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pl-PL" dirty="0"/>
            </a:br>
            <a:r>
              <a:rPr lang="pl-PL" dirty="0"/>
              <a:t>Ex2</a:t>
            </a:r>
            <a:br>
              <a:rPr lang="pl-PL" dirty="0"/>
            </a:br>
            <a:r>
              <a:rPr lang="pl-PL" dirty="0" err="1"/>
              <a:t>Function</a:t>
            </a:r>
            <a:r>
              <a:rPr lang="pl-PL" dirty="0"/>
              <a:t> </a:t>
            </a:r>
            <a:r>
              <a:rPr lang="pl-PL" dirty="0" err="1"/>
              <a:t>approximation</a:t>
            </a:r>
            <a:r>
              <a:rPr lang="pl-PL" dirty="0"/>
              <a:t> and </a:t>
            </a:r>
            <a:r>
              <a:rPr lang="pl-PL" dirty="0" err="1"/>
              <a:t>expressivity</a:t>
            </a:r>
            <a:endParaRPr lang="en-US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CC45C4B-3F98-91C8-7EA0-A1AFFFF451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44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2A16FE3-0F12-F1B0-C6A4-5E695264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Parameter</a:t>
            </a:r>
            <a:r>
              <a:rPr lang="pl-PL" dirty="0"/>
              <a:t> </a:t>
            </a:r>
            <a:r>
              <a:rPr lang="pl-PL" dirty="0" err="1"/>
              <a:t>count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EF6AB54-5CD2-D91B-357A-08ADB2C83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l-PL" dirty="0" err="1"/>
              <a:t>Shallow</a:t>
            </a:r>
            <a:r>
              <a:rPr lang="pl-PL" dirty="0"/>
              <a:t> network </a:t>
            </a:r>
            <a:r>
              <a:rPr lang="pl-PL" dirty="0" err="1"/>
              <a:t>params</a:t>
            </a:r>
            <a:r>
              <a:rPr lang="pl-PL" dirty="0"/>
              <a:t>: (2w)+(w+1)</a:t>
            </a:r>
          </a:p>
          <a:p>
            <a:r>
              <a:rPr lang="pl-PL" dirty="0" err="1"/>
              <a:t>Deep</a:t>
            </a:r>
            <a:r>
              <a:rPr lang="pl-PL" dirty="0"/>
              <a:t> network </a:t>
            </a:r>
            <a:r>
              <a:rPr lang="pl-PL" dirty="0" err="1"/>
              <a:t>params</a:t>
            </a:r>
            <a:r>
              <a:rPr lang="pl-PL" dirty="0"/>
              <a:t>: (2w)+(w+1)*w+(w+1)*w+w+1</a:t>
            </a:r>
          </a:p>
          <a:p>
            <a:endParaRPr lang="pl-PL" dirty="0"/>
          </a:p>
          <a:p>
            <a:r>
              <a:rPr lang="pl-PL" dirty="0"/>
              <a:t>w=4 -&gt; </a:t>
            </a:r>
            <a:r>
              <a:rPr lang="pl-PL" dirty="0" err="1"/>
              <a:t>Shallow</a:t>
            </a:r>
            <a:r>
              <a:rPr lang="pl-PL" dirty="0"/>
              <a:t> </a:t>
            </a:r>
            <a:r>
              <a:rPr lang="pl-PL" dirty="0" err="1"/>
              <a:t>params</a:t>
            </a:r>
            <a:r>
              <a:rPr lang="pl-PL" dirty="0"/>
              <a:t>: 13, </a:t>
            </a:r>
            <a:r>
              <a:rPr lang="pl-PL" dirty="0" err="1"/>
              <a:t>Deep</a:t>
            </a:r>
            <a:r>
              <a:rPr lang="pl-PL" dirty="0"/>
              <a:t> </a:t>
            </a:r>
            <a:r>
              <a:rPr lang="pl-PL" dirty="0" err="1"/>
              <a:t>params</a:t>
            </a:r>
            <a:r>
              <a:rPr lang="pl-PL" dirty="0"/>
              <a:t>: 53</a:t>
            </a:r>
          </a:p>
          <a:p>
            <a:endParaRPr lang="pl-PL" dirty="0"/>
          </a:p>
          <a:p>
            <a:pPr marL="0" indent="0">
              <a:buNone/>
            </a:pPr>
            <a:r>
              <a:rPr lang="en-US" dirty="0" err="1"/>
              <a:t>shallow_widths</a:t>
            </a:r>
            <a:r>
              <a:rPr lang="en-US" dirty="0"/>
              <a:t> = [4, 8, 16, 32, 64, 128]</a:t>
            </a:r>
            <a:br>
              <a:rPr lang="pl-PL" dirty="0"/>
            </a:br>
            <a:r>
              <a:rPr lang="en-US" dirty="0" err="1"/>
              <a:t>deep_widths</a:t>
            </a:r>
            <a:r>
              <a:rPr lang="en-US" dirty="0"/>
              <a:t> = [1, 2, 4, 6, 9, 12]</a:t>
            </a:r>
            <a:endParaRPr lang="pl-PL" dirty="0"/>
          </a:p>
          <a:p>
            <a:pPr marL="0" indent="0" latinLnBrk="1">
              <a:buNone/>
            </a:pPr>
            <a:r>
              <a:rPr lang="en-US" dirty="0"/>
              <a:t>shallow_</a:t>
            </a:r>
            <a:r>
              <a:rPr lang="pl-PL" dirty="0" err="1"/>
              <a:t>params</a:t>
            </a:r>
            <a:r>
              <a:rPr lang="pl-PL" dirty="0"/>
              <a:t> = [ 13  25  49  97 193 385]</a:t>
            </a:r>
          </a:p>
          <a:p>
            <a:pPr marL="0" indent="0" latinLnBrk="1">
              <a:buNone/>
            </a:pPr>
            <a:r>
              <a:rPr lang="pl-PL" dirty="0" err="1"/>
              <a:t>deep</a:t>
            </a:r>
            <a:r>
              <a:rPr lang="en-US" dirty="0"/>
              <a:t>_</a:t>
            </a:r>
            <a:r>
              <a:rPr lang="pl-PL" dirty="0" err="1"/>
              <a:t>params</a:t>
            </a:r>
            <a:r>
              <a:rPr lang="pl-PL" dirty="0"/>
              <a:t> =[  8  19  53 103 208 349]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561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27D03-AE47-5D18-B81F-68EE1E287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2DC0035-F2A2-955D-1633-61C1C0D40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Results</a:t>
            </a:r>
            <a:endParaRPr lang="en-US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DD9E3B9F-3B2B-C2E6-B3EA-F1E6130B2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58" y="1461537"/>
            <a:ext cx="5609301" cy="4101424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DF53E736-BFCF-219B-20BA-2AAB066FA852}"/>
              </a:ext>
            </a:extLst>
          </p:cNvPr>
          <p:cNvSpPr txBox="1"/>
          <p:nvPr/>
        </p:nvSpPr>
        <p:spPr>
          <a:xfrm>
            <a:off x="1566153" y="5710136"/>
            <a:ext cx="369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50k </a:t>
            </a:r>
            <a:r>
              <a:rPr lang="pl-PL" dirty="0" err="1"/>
              <a:t>epochs</a:t>
            </a:r>
            <a:r>
              <a:rPr lang="pl-PL" dirty="0"/>
              <a:t>, SGD </a:t>
            </a:r>
            <a:r>
              <a:rPr lang="pl-PL" dirty="0" err="1"/>
              <a:t>training</a:t>
            </a:r>
            <a:r>
              <a:rPr lang="pl-PL" dirty="0"/>
              <a:t> with 0.5 </a:t>
            </a:r>
            <a:r>
              <a:rPr lang="pl-PL" dirty="0" err="1"/>
              <a:t>lr</a:t>
            </a:r>
            <a:endParaRPr lang="en-US" dirty="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80644FE6-BC90-29A9-C18F-4AAA81879230}"/>
              </a:ext>
            </a:extLst>
          </p:cNvPr>
          <p:cNvSpPr txBox="1"/>
          <p:nvPr/>
        </p:nvSpPr>
        <p:spPr>
          <a:xfrm>
            <a:off x="7739974" y="5710136"/>
            <a:ext cx="369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5k </a:t>
            </a:r>
            <a:r>
              <a:rPr lang="pl-PL" dirty="0" err="1"/>
              <a:t>epochs</a:t>
            </a:r>
            <a:r>
              <a:rPr lang="pl-PL" dirty="0"/>
              <a:t>, SGD </a:t>
            </a:r>
            <a:r>
              <a:rPr lang="pl-PL" dirty="0" err="1"/>
              <a:t>training</a:t>
            </a:r>
            <a:r>
              <a:rPr lang="pl-PL" dirty="0"/>
              <a:t> with 0.5 </a:t>
            </a:r>
            <a:r>
              <a:rPr lang="pl-PL" dirty="0" err="1"/>
              <a:t>lr</a:t>
            </a:r>
            <a:endParaRPr lang="en-US" dirty="0"/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A2E4C8DA-7C76-C678-095C-D888634E1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671" y="1461537"/>
            <a:ext cx="6013886" cy="410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78757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378</Words>
  <Application>Microsoft Office PowerPoint</Application>
  <PresentationFormat>Panoramiczny</PresentationFormat>
  <Paragraphs>49</Paragraphs>
  <Slides>11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Motyw pakietu Office</vt:lpstr>
      <vt:lpstr> Ex0 XOR</vt:lpstr>
      <vt:lpstr> Ex1 Adding, multiplication</vt:lpstr>
      <vt:lpstr>Adding numbers</vt:lpstr>
      <vt:lpstr>Adding numbers</vt:lpstr>
      <vt:lpstr>Adding numbers</vt:lpstr>
      <vt:lpstr>Adding numbers</vt:lpstr>
      <vt:lpstr>Adding numbers</vt:lpstr>
      <vt:lpstr>Multiplication by 2</vt:lpstr>
      <vt:lpstr> Ex2 Function approximation and expressivity</vt:lpstr>
      <vt:lpstr>Parameter count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Ziemowit Olinkiewicz (275340)</dc:creator>
  <cp:lastModifiedBy>Ziemowit Olinkiewicz (275340)</cp:lastModifiedBy>
  <cp:revision>14</cp:revision>
  <dcterms:created xsi:type="dcterms:W3CDTF">2026-10-03T11:00:46Z</dcterms:created>
  <dcterms:modified xsi:type="dcterms:W3CDTF">2026-10-15T20:23:23Z</dcterms:modified>
</cp:coreProperties>
</file>