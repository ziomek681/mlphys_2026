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1126D-46FA-3E9F-4E7E-82A9DD7D4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2B6DADA3-C04C-B5A9-1C20-49199BAAFA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DCE62C3-4F1F-2ECA-380F-3065012E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D3AB24C-579F-76E5-C5D1-5452C692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8569510-1E81-FEEB-EECB-9C2B57635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810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C5A8B6A-0D7B-2624-EAD3-14B8C5D0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677CB88-5727-7AC9-34B0-52F4C3293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320A58D-9B9F-6D4B-4289-363E2AC33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0BF4742-9CCD-F9A3-1EB9-B6FCFFA0C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542A779-0D89-3BB2-10B5-BFB9C61E0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265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49B9C87-0A4A-2221-911E-AC1672DFE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17A6DEC-A719-0266-2D56-11A9B5B07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6D5C5D8-A3F8-0710-45C7-B8912F5E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55CDB37-7205-459B-E049-DC9D4C02D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3D6874-231E-F0E9-743F-0D41665E5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140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6C9157A-00A1-0C9D-1119-40557C4C2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6535267-2CD2-F604-86EC-D98D7BB82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A571D7F-F52B-836F-55FE-4C7814AE5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13724415-02B1-BDC8-230D-3CB9DF4F5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B8DEB61-14F4-5E14-3022-6DF1CF6C5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8A372B2-C867-1ADB-1C93-43500AFFE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4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2EB3327-E2DA-7C58-3AAF-FBF079034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72E500E-D01E-A866-944D-C23A9530B3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5054376-72EC-510F-DAD0-C6506094E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0459FB9E-9CC0-59FF-201E-DE192541F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8F9DAE70-66EC-EB29-52AC-F2013BCAD0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E8457E5-97E5-6E87-4FCA-F31306FCF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17720AD-EE0A-F623-6B89-DB549D412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1AEF4F9B-BAFD-DCD0-0A7C-A7D475C9E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524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892F453-CF33-F8AC-887A-FAF3A8592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521D51C-A08B-ACE8-5854-56293FB78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1A33783-7FF0-8B68-F765-C8A588D1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FC37D19B-0B4B-CB5B-8A25-15777CC82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174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3BE0C647-8F97-3CBA-B796-53D4A1ED8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17F2AE1-3B4A-2258-8257-B8E4596C8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7C00929-0383-8E4C-C343-7DAFA748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665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647961-1CEE-0142-87DB-76A607914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88A5FEC-6306-643C-0122-A96FAD99E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4D0164F8-74F3-DD74-CF5F-DBCDDFE9DD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E004E9C-9F08-B7B7-AB01-7E4996C91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369FA3A-C9C2-E06C-081B-CD6D90FE5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F3EA991-0E22-3D85-CEBB-D8316C1BA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059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98CB410-73AA-D909-5FA9-9401E86F6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5058CF9F-2587-47CE-7EC5-2A77AB71615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865C2269-F454-D5D2-F3A2-121CAE4A6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A0B6F79-A5D8-8649-2A50-267AED5DD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4D0D298-0308-0A05-A1C4-4C20D7675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91E4EB0B-7C3C-94E9-A94F-10352944D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98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2846284-A5C0-7136-CB56-659381C72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09AD621-2B78-8387-A56A-8874CEE56E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FE9A5591-3292-3200-02C2-C6300BCF3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3198D79-74EC-0121-A45B-A4CBDAC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00C2E5D-6EE8-4F90-6CC4-2FD983294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634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88847A23-8081-834B-DC84-1B3E5DFDD3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E465FED-5087-416A-3ECB-16FFD1E9B8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E707A10-C134-37A2-3E56-508DBDB0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BE63E1A-C81A-F6C5-A2B3-20F795038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6626AFE-2678-7749-4D31-1BC39337D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25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46C9832E-A011-D228-6941-3F81C2B1D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AF6F989-5AD9-26E6-468B-B77330BA58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CAD90FC-B7C1-DE8D-75B5-D6C795D49E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41258C-35D2-4754-A398-27E3BF1CF70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E985A03-FC09-C6BA-8DF3-EF6958EF9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430E277-3806-3C1D-7934-1356113720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2F4E9F-5C0F-4EA5-A7C3-19B336C7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123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072F7CF-677C-8ACA-BEA6-0B52D8F77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F5D8843C-0481-038C-273A-038D4E3AB4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394705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Panoramiczny</PresentationFormat>
  <Paragraphs>0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Motyw pakietu Office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Ziemowit Olinkiewicz (275340)</dc:creator>
  <cp:lastModifiedBy>Ziemowit Olinkiewicz (275340)</cp:lastModifiedBy>
  <cp:revision>1</cp:revision>
  <dcterms:created xsi:type="dcterms:W3CDTF">2026-10-03T11:00:46Z</dcterms:created>
  <dcterms:modified xsi:type="dcterms:W3CDTF">2026-10-03T11:01:03Z</dcterms:modified>
</cp:coreProperties>
</file>