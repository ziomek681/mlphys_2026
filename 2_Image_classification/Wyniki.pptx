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48CE85-F9B3-0AD0-308C-26AA95DFB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DA515A6-B22E-BB37-82C9-14A9D043A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E269EF7-ADED-B119-3B54-FD1500569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F59FB-E896-4658-A3EA-D8B6EEAE317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D53C8AE-FF81-4117-1A8A-7AAD6BFC8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AE48604-386C-7A70-A0FB-272F76FC7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8518B-A0AE-4E8D-8C4D-45D0D04F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51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91919F7-5F3F-AD5D-FE6D-FAB079FE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AF2AF52-A3A1-CE02-AC68-AF1EC8DCD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CA965EA-FCE2-CA4A-7F58-72CA664ED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F59FB-E896-4658-A3EA-D8B6EEAE317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E22274E-C1BF-BE93-D253-76A5D8ED6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50334E9-051C-458A-4FB1-59A69D438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8518B-A0AE-4E8D-8C4D-45D0D04F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BD5A515-3026-685A-E23A-1A91D045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508E832-59BF-3828-1CD3-04A4C846F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B2550F2-F16E-B89C-D917-9DAD00F6A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F59FB-E896-4658-A3EA-D8B6EEAE317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6F794F4-87BE-5FF7-FB95-4933FB98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33DCC9-19DB-6735-B6F7-723CA835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8518B-A0AE-4E8D-8C4D-45D0D04F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02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BEFCD68-C87C-2173-F693-F80754090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88C1DB6-6577-A15C-76C8-0168A8A4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BFB1CB3-15FE-F6EC-5438-B481D10E7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7183A50-3337-65C7-B976-F509AAF5A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F59FB-E896-4658-A3EA-D8B6EEAE317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6980C5E-CD6B-6C9D-599C-7833332AA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FCE8B6D-7CCB-0626-F2D0-C710CFC81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8518B-A0AE-4E8D-8C4D-45D0D04F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33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2F7B126-F2A0-096F-0B1C-CFFEA9D17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6293F37-DE3C-A65D-093B-B64BF9A60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AFBCB6A-2EA6-2061-FC07-383E62C55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EF684344-2C5C-4C8E-8E3B-B0987166A6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7DE1D083-5294-88D8-6C91-9E4D98AA2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64BA15E-7AA0-3A32-25A7-B16E950DA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F59FB-E896-4658-A3EA-D8B6EEAE317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5F65398-55BA-1332-5BD4-37AA4B4C9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22EB177D-DE33-9AA2-79BE-2BCEB70D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8518B-A0AE-4E8D-8C4D-45D0D04F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69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4A9B20-07E1-1987-0799-67851DA75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6D2067D2-A64D-55AA-84F9-0C9673D30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F59FB-E896-4658-A3EA-D8B6EEAE317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4BD60F5-4A9C-4253-565C-237EFFF59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9B821311-E28F-E699-1DFA-9587EC9B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8518B-A0AE-4E8D-8C4D-45D0D04F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99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5650021-0BDE-7CB6-2590-EF644FC32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F59FB-E896-4658-A3EA-D8B6EEAE317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53367FAB-446F-1ECE-AB05-E7899642C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53EB597-A6B2-8D4E-450E-2579520C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8518B-A0AE-4E8D-8C4D-45D0D04F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27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58B287-1030-6C6A-91BD-8F8F2C72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C413E6C-64E2-EE1B-185B-7B9485705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244C817-7006-E2A6-8E2B-A702FA644E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27B75B0-96FB-6DE5-E711-2FF119AD5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F59FB-E896-4658-A3EA-D8B6EEAE317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93EBB23-C763-E8C0-668C-FED8C2F24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E6FD5E9-F093-2FDA-8CAE-FB292D37C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8518B-A0AE-4E8D-8C4D-45D0D04F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8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480C18F-4BCD-0BB2-9D0E-A57792492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2992BEC5-9A53-87BB-EE1F-7B2D1FB23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1C15E09-E216-45A3-69C4-D28E2D474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2397B1-0FF3-3145-01E4-884A7227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F59FB-E896-4658-A3EA-D8B6EEAE317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EF17BFF-5A62-2C2C-5AB9-218722CD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246FAB2-E28A-DC71-6FEA-9BDE8928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8518B-A0AE-4E8D-8C4D-45D0D04F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06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48AD33-23E6-B619-7135-6DE2FBFA8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FA6002E-23F4-8B36-E572-E376C1776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2D45501-0401-D7A6-9CFE-A767AA4DE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F59FB-E896-4658-A3EA-D8B6EEAE317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4185AB-C189-2843-4933-6B8858D39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10EDAA3-FD2B-AFC6-4745-26950341C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8518B-A0AE-4E8D-8C4D-45D0D04F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631FF6B5-2567-44A2-EFD6-1CB23B1C23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57FD202-EAF2-D115-EA03-2856F2FBE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77AF5EB-DD07-A6E4-330B-F19B7E13A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F59FB-E896-4658-A3EA-D8B6EEAE317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371D37A-8EEB-1A91-A6F7-41E06F2A7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51C7321-9167-A9DA-9C26-7BB21FF14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8518B-A0AE-4E8D-8C4D-45D0D04F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74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58A21EF3-CD9E-6286-C447-6504E1EC6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BFBA42E-8D47-7409-AB7D-186275D11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B66C3CE-CB3B-BDD4-1338-679A3ED1DC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AF59FB-E896-4658-A3EA-D8B6EEAE317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31CA2F8-3002-5735-36D6-AD23D3B02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289E2A3-C4E4-664B-CCF7-7F8E140B4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88518B-A0AE-4E8D-8C4D-45D0D04F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57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720407-36CE-4584-77EC-6A35A1F5C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Tasks</a:t>
            </a:r>
            <a:endParaRPr lang="en-US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3710E41-4520-CD76-D75A-68936CDE9F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79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EC7DF6-F730-0E96-F4F2-3D7A588F9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Crystal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6F099EC-B52F-0C21-6C3C-883CC7C04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6917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Panoramiczny</PresentationFormat>
  <Paragraphs>2</Paragraphs>
  <Slides>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Motyw pakietu Office</vt:lpstr>
      <vt:lpstr>Tasks</vt:lpstr>
      <vt:lpstr>Crystal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Ziemowit Olinkiewicz (275340)</dc:creator>
  <cp:lastModifiedBy>Ziemowit Olinkiewicz (275340)</cp:lastModifiedBy>
  <cp:revision>1</cp:revision>
  <dcterms:created xsi:type="dcterms:W3CDTF">2026-10-16T08:16:42Z</dcterms:created>
  <dcterms:modified xsi:type="dcterms:W3CDTF">2026-10-16T08:17:03Z</dcterms:modified>
</cp:coreProperties>
</file>